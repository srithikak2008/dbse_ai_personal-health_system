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B0078F-71CD-40F1-B7A0-85484F5377DB}" v="8" dt="2026-07-03T06:55:41.515"/>
    <p1510:client id="{44066899-C096-4686-B300-E1D6AA42CDE9}" v="18" dt="2026-07-02T16:12:21.4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33" autoAdjust="0"/>
  </p:normalViewPr>
  <p:slideViewPr>
    <p:cSldViewPr snapToGrid="0" snapToObjects="1">
      <p:cViewPr varScale="1">
        <p:scale>
          <a:sx n="81" d="100"/>
          <a:sy n="81" d="100"/>
        </p:scale>
        <p:origin x="139" y="6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11</a:t>
            </a:fld>
            <a:endParaRPr lang="en-US"/>
          </a:p>
        </p:txBody>
      </p:sp>
    </p:spTree>
    <p:extLst>
      <p:ext uri="{BB962C8B-B14F-4D97-AF65-F5344CB8AC3E}">
        <p14:creationId xmlns:p14="http://schemas.microsoft.com/office/powerpoint/2010/main" val="3116823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20-08-2026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20-08-2026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20-08-2026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20-08-2026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20-08-2026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20-08-2026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20-08-2026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20-08-2026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20-08-2026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20-08-2026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20-08-2026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20-08-2026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20-08-2026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20-08-2026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20-08-2026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20-08-2026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20-08-2026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r>
              <a:rPr sz="2600" b="1"/>
              <a:t>AI PERSONAL HEALTH SYSTEM</a:t>
            </a: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sz="1600" b="1"/>
              <a:t>KONERU LAKSHMAIAH EDUCATION FOUNDATION</a:t>
            </a:r>
            <a:endParaRPr lang="en-US" sz="1800" b="1" dirty="0">
              <a:solidFill>
                <a:srgbClr val="C0000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5300370"/>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904097310"/>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G </a:t>
                      </a:r>
                      <a:r>
                        <a:rPr lang="en-US" dirty="0" err="1"/>
                        <a:t>tej</a:t>
                      </a:r>
                      <a:r>
                        <a:rPr lang="en-US" dirty="0"/>
                        <a:t> </a:t>
                      </a:r>
                      <a:r>
                        <a:rPr lang="en-US" dirty="0" err="1"/>
                        <a:t>Sahith</a:t>
                      </a:r>
                      <a:endParaRPr lang="en-US" dirty="0"/>
                    </a:p>
                  </a:txBody>
                  <a:tcPr/>
                </a:tc>
                <a:tc>
                  <a:txBody>
                    <a:bodyPr/>
                    <a:lstStyle/>
                    <a:p>
                      <a:r>
                        <a:rPr lang="en-IN" sz="1800" b="0" i="0" u="none" strike="noStrike" kern="1200" baseline="0" dirty="0">
                          <a:solidFill>
                            <a:schemeClr val="tx1"/>
                          </a:solidFill>
                          <a:latin typeface="+mn-lt"/>
                          <a:ea typeface="+mn-ea"/>
                          <a:cs typeface="+mn-cs"/>
                        </a:rPr>
                        <a:t>2520030606</a:t>
                      </a:r>
                      <a:endParaRPr lang="en-US" dirty="0"/>
                    </a:p>
                  </a:txBody>
                  <a:tcPr/>
                </a:tc>
                <a:extLst>
                  <a:ext uri="{0D108BD9-81ED-4DB2-BD59-A6C34878D82A}">
                    <a16:rowId xmlns:a16="http://schemas.microsoft.com/office/drawing/2014/main" val="253518174"/>
                  </a:ext>
                </a:extLst>
              </a:tr>
              <a:tr h="370840">
                <a:tc>
                  <a:txBody>
                    <a:bodyPr/>
                    <a:lstStyle/>
                    <a:p>
                      <a:r>
                        <a:rPr lang="en-US" dirty="0"/>
                        <a:t>A </a:t>
                      </a:r>
                      <a:r>
                        <a:rPr lang="en-US" dirty="0" err="1"/>
                        <a:t>Sreepad</a:t>
                      </a:r>
                      <a:endParaRPr lang="en-US" dirty="0"/>
                    </a:p>
                  </a:txBody>
                  <a:tcPr/>
                </a:tc>
                <a:tc>
                  <a:txBody>
                    <a:bodyPr/>
                    <a:lstStyle/>
                    <a:p>
                      <a:r>
                        <a:rPr lang="en-IN" sz="1800" b="0" i="0" u="none" strike="noStrike" kern="1200" baseline="0" dirty="0">
                          <a:solidFill>
                            <a:schemeClr val="tx1"/>
                          </a:solidFill>
                          <a:latin typeface="+mn-lt"/>
                          <a:ea typeface="+mn-ea"/>
                          <a:cs typeface="+mn-cs"/>
                        </a:rPr>
                        <a:t>2520030152</a:t>
                      </a:r>
                      <a:endParaRPr lang="en-US" dirty="0"/>
                    </a:p>
                  </a:txBody>
                  <a:tcPr/>
                </a:tc>
                <a:extLst>
                  <a:ext uri="{0D108BD9-81ED-4DB2-BD59-A6C34878D82A}">
                    <a16:rowId xmlns:a16="http://schemas.microsoft.com/office/drawing/2014/main" val="2413438055"/>
                  </a:ext>
                </a:extLst>
              </a:tr>
              <a:tr h="370840">
                <a:tc>
                  <a:txBody>
                    <a:bodyPr/>
                    <a:lstStyle/>
                    <a:p>
                      <a:r>
                        <a:rPr lang="en-IN" sz="1800" b="0" i="0" u="none" strike="noStrike" kern="1200" baseline="0" dirty="0" err="1">
                          <a:solidFill>
                            <a:schemeClr val="tx1"/>
                          </a:solidFill>
                          <a:latin typeface="+mn-lt"/>
                          <a:ea typeface="+mn-ea"/>
                          <a:cs typeface="+mn-cs"/>
                        </a:rPr>
                        <a:t>Kambhammettu</a:t>
                      </a:r>
                      <a:r>
                        <a:rPr lang="en-IN" sz="1800" b="0" i="0" u="none" strike="noStrike" kern="1200" baseline="0" dirty="0">
                          <a:solidFill>
                            <a:schemeClr val="tx1"/>
                          </a:solidFill>
                          <a:latin typeface="+mn-lt"/>
                          <a:ea typeface="+mn-ea"/>
                          <a:cs typeface="+mn-cs"/>
                        </a:rPr>
                        <a:t> </a:t>
                      </a:r>
                      <a:r>
                        <a:rPr lang="en-IN" sz="1800" b="0" i="0" u="none" strike="noStrike" kern="1200" baseline="0" dirty="0" err="1">
                          <a:solidFill>
                            <a:schemeClr val="tx1"/>
                          </a:solidFill>
                          <a:latin typeface="+mn-lt"/>
                          <a:ea typeface="+mn-ea"/>
                          <a:cs typeface="+mn-cs"/>
                        </a:rPr>
                        <a:t>Srithika</a:t>
                      </a:r>
                      <a:endParaRPr lang="en-US" dirty="0"/>
                    </a:p>
                  </a:txBody>
                  <a:tcPr/>
                </a:tc>
                <a:tc>
                  <a:txBody>
                    <a:bodyPr/>
                    <a:lstStyle/>
                    <a:p>
                      <a:r>
                        <a:rPr lang="en-IN" sz="1800" b="0" i="0" u="none" strike="noStrike" kern="1200" baseline="0" dirty="0">
                          <a:solidFill>
                            <a:schemeClr val="tx1"/>
                          </a:solidFill>
                          <a:latin typeface="+mn-lt"/>
                          <a:ea typeface="+mn-ea"/>
                          <a:cs typeface="+mn-cs"/>
                        </a:rPr>
                        <a:t>2520030361</a:t>
                      </a:r>
                      <a:endParaRPr lang="en-US" dirty="0"/>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sz="1800" b="1"/>
              <a:t>GROUP NUMBER: 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911643964"/>
              </p:ext>
            </p:extLst>
          </p:nvPr>
        </p:nvGraphicFramePr>
        <p:xfrm>
          <a:off x="838199" y="1416193"/>
          <a:ext cx="10515600" cy="3598366"/>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a:t>Name of Candidate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Role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 </a:t>
                      </a:r>
                      <a:r>
                        <a:rPr lang="en-US" dirty="0" err="1"/>
                        <a:t>Tej</a:t>
                      </a:r>
                      <a:r>
                        <a:rPr lang="en-US" dirty="0"/>
                        <a:t> </a:t>
                      </a:r>
                      <a:r>
                        <a:rPr lang="en-US" dirty="0" err="1"/>
                        <a:t>Sahith</a:t>
                      </a:r>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Lead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 Sreepad</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Backend &amp; Database Developer</a:t>
                      </a:r>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a:solidFill>
                            <a:schemeClr val="tx1"/>
                          </a:solidFill>
                          <a:latin typeface="+mn-lt"/>
                          <a:ea typeface="+mn-ea"/>
                          <a:cs typeface="+mn-cs"/>
                        </a:rPr>
                        <a:t>Kambhammettu Srithika</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AI &amp; Health Module Developer</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893975" y="1787820"/>
            <a:ext cx="10515600" cy="4351338"/>
          </a:xfrm>
        </p:spPr>
        <p:txBody>
          <a:bodyPr>
            <a:normAutofit fontScale="92500" lnSpcReduction="20000"/>
          </a:bodyPr>
          <a:lstStyle/>
          <a:p>
            <a:r>
              <a:rPr dirty="0"/>
              <a:t>The AI Personal Health System is a database-driven backend application designed to help users securely store, manage, and access personal health information in one centralized system. The system allows users to create accounts, maintain personal profiles, store health records, record symptoms and vital measurements, manage medication information, and view previous health history. A relational database organizes the data using appropriate tables, relationships, constraints, and queries. The backend provides RESTful APIs for authentication, health-record management, data retrieval, and updating information. Database transactions and validation mechanisms maintain data consistency and integrity. An AI-based module can analyze stored health information and provide general personalized health insights and recommendations. The system is intended for personal health management and awareness and is not a replacement for professional medical diagnosis.</a:t>
            </a:r>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a:xfrm>
            <a:off x="1130431" y="1476833"/>
            <a:ext cx="10515600" cy="4351338"/>
          </a:xfrm>
        </p:spPr>
        <p:txBody>
          <a:bodyPr/>
          <a:lstStyle/>
          <a:p>
            <a:r>
              <a:rPr dirty="0"/>
              <a:t>Managing personal health information across notebooks, files, and separate applications can make it difficult to maintain accurate and accessible records. The AI Personal Health System provides a centralized backend platform for storing and managing health information. It combines a relational database, RESTful APIs, validation, transactions, and an AI-based insight module to support personal health management and awareness.</a:t>
            </a:r>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lstStyle/>
          <a:p>
            <a:r>
              <a:rPr dirty="0"/>
              <a:t>• Health information may be maintained manually or across separate records.</a:t>
            </a:r>
            <a:br>
              <a:rPr dirty="0"/>
            </a:br>
            <a:r>
              <a:rPr dirty="0"/>
              <a:t>• Medical history, symptoms, medications, appointments, and measurements can be difficult to manage centrally.</a:t>
            </a:r>
            <a:br>
              <a:rPr dirty="0"/>
            </a:br>
            <a:r>
              <a:rPr dirty="0"/>
              <a:t>• Information may be difficult to retrieve and update consistently.</a:t>
            </a:r>
            <a:br>
              <a:rPr dirty="0"/>
            </a:br>
            <a:r>
              <a:rPr dirty="0"/>
              <a:t>• Lack of structured database relationships can make data organization harder.</a:t>
            </a:r>
            <a:br>
              <a:rPr dirty="0"/>
            </a:br>
            <a:r>
              <a:rPr dirty="0"/>
              <a:t>• Manual records do not provide an integrated way to generate general health insights.</a:t>
            </a:r>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lstStyle/>
          <a:p>
            <a:r>
              <a:rPr dirty="0"/>
              <a:t>Users need a secure and centralized way to manage personal health information.</a:t>
            </a:r>
            <a:endParaRPr lang="en-IN" dirty="0"/>
          </a:p>
          <a:p>
            <a:r>
              <a:rPr dirty="0"/>
              <a:t> Manual or fragmented record keeping can make it difficult to maintain accurate medical history, symptoms, medications, appointments, and health measurements. </a:t>
            </a:r>
            <a:endParaRPr lang="en-IN" dirty="0"/>
          </a:p>
          <a:p>
            <a:r>
              <a:rPr dirty="0"/>
              <a:t>The problem is to develop a reliable backend system that stores this information in a structured relational database and provides efficient APIs for managing it.</a:t>
            </a:r>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fontScale="92500"/>
          </a:bodyPr>
          <a:lstStyle/>
          <a:p>
            <a:r>
              <a:rPr dirty="0"/>
              <a:t>The proposed system provides a centralized backend for personal health-data management.</a:t>
            </a:r>
            <a:br>
              <a:rPr dirty="0"/>
            </a:br>
            <a:br>
              <a:rPr dirty="0"/>
            </a:br>
            <a:r>
              <a:rPr dirty="0"/>
              <a:t>• User authentication and personal profiles</a:t>
            </a:r>
            <a:br>
              <a:rPr dirty="0"/>
            </a:br>
            <a:r>
              <a:rPr dirty="0"/>
              <a:t>• Structured health-record management</a:t>
            </a:r>
            <a:br>
              <a:rPr dirty="0"/>
            </a:br>
            <a:r>
              <a:rPr dirty="0"/>
              <a:t>• Symptom and vital-measurement recording</a:t>
            </a:r>
            <a:br>
              <a:rPr dirty="0"/>
            </a:br>
            <a:r>
              <a:rPr dirty="0"/>
              <a:t>• Medication and appointment management</a:t>
            </a:r>
            <a:br>
              <a:rPr dirty="0"/>
            </a:br>
            <a:r>
              <a:rPr dirty="0"/>
              <a:t>• RESTful APIs for create, retrieve, update, and management operations</a:t>
            </a:r>
            <a:br>
              <a:rPr dirty="0"/>
            </a:br>
            <a:r>
              <a:rPr dirty="0"/>
              <a:t>• Relational database with tables, relationships, constraints, and queries</a:t>
            </a:r>
            <a:br>
              <a:rPr dirty="0"/>
            </a:br>
            <a:r>
              <a:rPr dirty="0"/>
              <a:t>• Validation and transactions for data consistency</a:t>
            </a:r>
            <a:br>
              <a:rPr dirty="0"/>
            </a:br>
            <a:r>
              <a:rPr dirty="0"/>
              <a:t>• AI-based general health insights and recommendations</a:t>
            </a:r>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lstStyle/>
          <a:p>
            <a:r>
              <a:rPr dirty="0"/>
              <a:t>• Centralize personal health information in one system.</a:t>
            </a:r>
            <a:br>
              <a:rPr dirty="0"/>
            </a:br>
            <a:r>
              <a:rPr dirty="0"/>
              <a:t>• Allow users to securely manage profiles and health records.</a:t>
            </a:r>
            <a:br>
              <a:rPr dirty="0"/>
            </a:br>
            <a:r>
              <a:rPr dirty="0"/>
              <a:t>• Store symptoms, vital measurements, medications, appointments, and history.</a:t>
            </a:r>
            <a:br>
              <a:rPr dirty="0"/>
            </a:br>
            <a:r>
              <a:rPr dirty="0"/>
              <a:t>• Design a structured relational database with appropriate relationships and constraints.</a:t>
            </a:r>
            <a:br>
              <a:rPr dirty="0"/>
            </a:br>
            <a:r>
              <a:rPr dirty="0"/>
              <a:t>• Provide RESTful APIs for efficient health-data operations.</a:t>
            </a:r>
            <a:br>
              <a:rPr dirty="0"/>
            </a:br>
            <a:r>
              <a:rPr dirty="0"/>
              <a:t>• Maintain data consistency using validation and database transactions.</a:t>
            </a:r>
            <a:br>
              <a:rPr dirty="0"/>
            </a:br>
            <a:r>
              <a:rPr dirty="0"/>
              <a:t>• Provide general AI-based health insights for awareness.</a:t>
            </a:r>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lstStyle/>
          <a:p>
            <a:r>
              <a:rPr dirty="0"/>
              <a:t>1. User Authentication &amp; Profile Management</a:t>
            </a:r>
            <a:br>
              <a:rPr dirty="0"/>
            </a:br>
            <a:r>
              <a:rPr dirty="0"/>
              <a:t>2. Health Record Management</a:t>
            </a:r>
            <a:br>
              <a:rPr dirty="0"/>
            </a:br>
            <a:r>
              <a:rPr dirty="0"/>
              <a:t>3. Symptoms &amp; Vital Measurements</a:t>
            </a:r>
            <a:br>
              <a:rPr dirty="0"/>
            </a:br>
            <a:r>
              <a:rPr dirty="0"/>
              <a:t>4. Medication Management</a:t>
            </a:r>
            <a:br>
              <a:rPr dirty="0"/>
            </a:br>
            <a:r>
              <a:rPr dirty="0"/>
              <a:t>5. Appointment &amp; Health History Management</a:t>
            </a:r>
            <a:br>
              <a:rPr dirty="0"/>
            </a:br>
            <a:r>
              <a:rPr dirty="0"/>
              <a:t>6. Relational Database Management</a:t>
            </a:r>
            <a:br>
              <a:rPr dirty="0"/>
            </a:br>
            <a:r>
              <a:rPr dirty="0"/>
              <a:t>7. RESTful API Services</a:t>
            </a:r>
            <a:br>
              <a:rPr dirty="0"/>
            </a:br>
            <a:r>
              <a:rPr dirty="0"/>
              <a:t>8. AI-Based Health Insights</a:t>
            </a:r>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lstStyle/>
          <a:p>
            <a:r>
              <a:rPr dirty="0"/>
              <a:t>Programming / Backend: Java with Spring Boot</a:t>
            </a:r>
            <a:br>
              <a:rPr dirty="0"/>
            </a:br>
            <a:r>
              <a:rPr dirty="0"/>
              <a:t>API: RESTful Web Services</a:t>
            </a:r>
            <a:br>
              <a:rPr dirty="0"/>
            </a:br>
            <a:r>
              <a:rPr dirty="0"/>
              <a:t>Database: Relational Database (MySQL)</a:t>
            </a:r>
            <a:br>
              <a:rPr dirty="0"/>
            </a:br>
            <a:r>
              <a:rPr dirty="0"/>
              <a:t>Database Access: JPA / JDBC</a:t>
            </a:r>
            <a:br>
              <a:rPr dirty="0"/>
            </a:br>
            <a:r>
              <a:rPr dirty="0"/>
              <a:t>Development Environment: VS Code / IntelliJ IDEA</a:t>
            </a:r>
            <a:br>
              <a:rPr dirty="0"/>
            </a:br>
            <a:r>
              <a:rPr dirty="0"/>
              <a:t>Build Tool: Maven</a:t>
            </a:r>
            <a:br>
              <a:rPr dirty="0"/>
            </a:br>
            <a:r>
              <a:rPr dirty="0"/>
              <a:t>Testing: Postman</a:t>
            </a:r>
            <a:br>
              <a:rPr dirty="0"/>
            </a:br>
            <a:r>
              <a:rPr dirty="0"/>
              <a:t>AI Module: AI-based analysis of stored health information</a:t>
            </a:r>
            <a:endParaRPr lang="en-US"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631596" y="914400"/>
            <a:ext cx="9106293" cy="5514680"/>
          </a:xfrm>
        </p:spPr>
        <p:txBody>
          <a:bodyPr anchor="ctr">
            <a:noAutofit/>
          </a:bodyPr>
          <a:lstStyle/>
          <a:p>
            <a:r>
              <a:rPr lang="en-GB" sz="1800" dirty="0"/>
              <a:t>The </a:t>
            </a:r>
            <a:r>
              <a:rPr lang="en-GB" sz="1800" b="1" dirty="0"/>
              <a:t>AI Personal Health System</a:t>
            </a:r>
            <a:r>
              <a:rPr lang="en-GB" sz="1800" dirty="0"/>
              <a:t> provides a centralized and structured platform for securely managing personal health information. It enables users to maintain health records, symptoms, vital measurements, medications, appointments, and medical history. The combination of a relational database, RESTful APIs, validation, and transaction management helps ensure </a:t>
            </a:r>
            <a:r>
              <a:rPr lang="en-GB" sz="1800" b="1" dirty="0"/>
              <a:t>efficient, consistent, and reliable health-data management</a:t>
            </a:r>
            <a:r>
              <a:rPr lang="en-GB" sz="1800" dirty="0"/>
              <a:t>. The AI module can further provide general personalized health insights for awareness and self-management.</a:t>
            </a:r>
            <a:br>
              <a:rPr lang="en-GB" sz="1800" dirty="0"/>
            </a:br>
            <a:r>
              <a:rPr lang="en-GB" sz="1800" b="1" dirty="0"/>
              <a:t>Future Scope</a:t>
            </a:r>
            <a:br>
              <a:rPr lang="en-GB" sz="1800" b="1" dirty="0"/>
            </a:br>
            <a:r>
              <a:rPr lang="en-GB" sz="1800" b="1" dirty="0"/>
              <a:t>Mobile and web application</a:t>
            </a:r>
            <a:r>
              <a:rPr lang="en-GB" sz="1800" dirty="0"/>
              <a:t> for easier access to health records. </a:t>
            </a:r>
            <a:br>
              <a:rPr lang="en-GB" sz="1800" dirty="0"/>
            </a:br>
            <a:r>
              <a:rPr lang="en-GB" sz="1800" b="1" dirty="0"/>
              <a:t>Wearable device integration</a:t>
            </a:r>
            <a:r>
              <a:rPr lang="en-GB" sz="1800" dirty="0"/>
              <a:t> to automatically collect vital measurements. </a:t>
            </a:r>
            <a:br>
              <a:rPr lang="en-GB" sz="1800" dirty="0"/>
            </a:br>
            <a:r>
              <a:rPr lang="en-GB" sz="1800" b="1" dirty="0"/>
              <a:t>Advanced AI analytics</a:t>
            </a:r>
            <a:r>
              <a:rPr lang="en-GB" sz="1800" dirty="0"/>
              <a:t> for more personalized health insights. </a:t>
            </a:r>
            <a:br>
              <a:rPr lang="en-GB" sz="1800" dirty="0"/>
            </a:br>
            <a:r>
              <a:rPr lang="en-GB" sz="1800" b="1" dirty="0"/>
              <a:t>Medication and appointment reminders</a:t>
            </a:r>
            <a:r>
              <a:rPr lang="en-GB" sz="1800" dirty="0"/>
              <a:t>. </a:t>
            </a:r>
            <a:br>
              <a:rPr lang="en-GB" sz="1800" dirty="0"/>
            </a:br>
            <a:r>
              <a:rPr lang="en-GB" sz="1800" b="1" dirty="0"/>
              <a:t>Health-data visualization</a:t>
            </a:r>
            <a:r>
              <a:rPr lang="en-GB" sz="1800" dirty="0"/>
              <a:t> through dashboards and charts. </a:t>
            </a:r>
            <a:br>
              <a:rPr lang="en-GB" sz="1800" dirty="0"/>
            </a:br>
            <a:r>
              <a:rPr lang="en-GB" sz="1800" b="1" dirty="0"/>
              <a:t>Integration with healthcare services</a:t>
            </a:r>
            <a:r>
              <a:rPr lang="en-GB" sz="1800" dirty="0"/>
              <a:t> for improved information sharing. </a:t>
            </a:r>
            <a:br>
              <a:rPr lang="en-GB" sz="1800" dirty="0"/>
            </a:br>
            <a:r>
              <a:rPr lang="en-GB" sz="1800" dirty="0"/>
              <a:t>Enhanced </a:t>
            </a:r>
            <a:r>
              <a:rPr lang="en-GB" sz="1800" b="1" dirty="0"/>
              <a:t>security and privacy mechanisms</a:t>
            </a:r>
            <a:r>
              <a:rPr lang="en-GB" sz="1800" dirty="0"/>
              <a:t> for protecting sensitive health information.</a:t>
            </a:r>
            <a:br>
              <a:rPr lang="en-GB" sz="1800" dirty="0"/>
            </a:br>
            <a:endParaRPr lang="en-GB" sz="1800" dirty="0"/>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8775</TotalTime>
  <Words>877</Words>
  <Application>Microsoft Office PowerPoint</Application>
  <PresentationFormat>Widescreen</PresentationFormat>
  <Paragraphs>78</Paragraphs>
  <Slides>12</Slides>
  <Notes>11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AI PERSONAL HEALTH SYSTEM</vt:lpstr>
      <vt:lpstr>GROUP NUMBER: 1</vt:lpstr>
      <vt:lpstr>ABSTRACT</vt:lpstr>
      <vt:lpstr>INTRDOUCTION</vt:lpstr>
      <vt:lpstr>EXISTING SYSTEM</vt:lpstr>
      <vt:lpstr>PROBLEM</vt:lpstr>
      <vt:lpstr>SOLUTION(Contribution)</vt:lpstr>
      <vt:lpstr>Objectives </vt:lpstr>
      <vt:lpstr>Modules</vt:lpstr>
      <vt:lpstr>SOFTWARE REQUIREMENTS </vt:lpstr>
      <vt:lpstr>The AI Personal Health System provides a centralized and structured platform for securely managing personal health information. It enables users to maintain health records, symptoms, vital measurements, medications, appointments, and medical history. The combination of a relational database, RESTful APIs, validation, and transaction management helps ensure efficient, consistent, and reliable health-data management. The AI module can further provide general personalized health insights for awareness and self-management. Future Scope Mobile and web application for easier access to health records.  Wearable device integration to automatically collect vital measurements.  Advanced AI analytics for more personalized health insights.  Medication and appointment reminders.  Health-data visualization through dashboards and charts.  Integration with healthcare services for improved information sharing.  Enhanced security and privacy mechanisms for protecting sensitive health 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User</cp:lastModifiedBy>
  <cp:revision>100</cp:revision>
  <dcterms:created xsi:type="dcterms:W3CDTF">2022-05-20T10:20:31Z</dcterms:created>
  <dcterms:modified xsi:type="dcterms:W3CDTF">2026-08-20T16:04:39Z</dcterms:modified>
</cp:coreProperties>
</file>